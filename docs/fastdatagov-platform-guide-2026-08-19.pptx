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FastDataGov</a:t>
            </a:r>
            <a:br/>
            <a:r>
              <a:t>Platform Guide</a:t>
            </a:r>
          </a:p>
          <a:p>
            <a:pPr>
              <a:defRPr sz="1800">
                <a:solidFill>
                  <a:srgbClr val="F97316"/>
                </a:solidFill>
              </a:defRPr>
            </a:pPr>
            <a:r>
              <a:t>2026-08-19  •  https://datagov.fastsme.com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FastDataGov is an open-source, business-friendly data governance platform built with FastHTML, PostgreSQL, and Python. It provides a unified catalog, lineage, data quality, stewardship, ownership, certification, and access-request experience across connected data platforms.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Know which data to trust — and why.</a:t>
            </a:r>
          </a:p>
        </p:txBody>
      </p:sp>
      <p:pic>
        <p:nvPicPr>
          <p:cNvPr id="3" name="Picture 2" descr="01-know-which-data-to-trust-and-why.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MIT-LICENSED DATA GOVERNANCE Know which data to trust — and why. FastDataGov turns technical metadata into a shared business workspace for discovery, lineage, quality, stewardship, ownership, and reusable data products. Sign in with Google See every feature MI</a:t>
            </a:r>
          </a:p>
          <a:p>
            <a:pPr>
              <a:defRPr sz="900">
                <a:solidFill>
                  <a:srgbClr val="F97316"/>
                </a:solidFill>
              </a:defRPr>
            </a:pPr>
            <a:r>
              <a:t>https://datagov.fastsme.com/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One place to discover, trust, and govern data.</a:t>
            </a:r>
          </a:p>
        </p:txBody>
      </p:sp>
      <p:pic>
        <p:nvPicPr>
          <p:cNvPr id="3" name="Picture 2" descr="02-one-place-to-discover-trust-and-govern-data.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FEATURES &amp; AVAILABILITY One place to discover, trust, and govern data. Available means implemented in the core platform. Pilot-ready identifies the production-capable Snowflake adapter. Contract-ready means the interface is complete while tenant transport stil</a:t>
            </a:r>
          </a:p>
          <a:p>
            <a:pPr>
              <a:defRPr sz="900">
                <a:solidFill>
                  <a:srgbClr val="F97316"/>
                </a:solidFill>
              </a:defRPr>
            </a:pPr>
            <a:r>
              <a:t>https://datagov.fastsme.com/features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Access blocked: This app's request is invalid</a:t>
            </a:r>
          </a:p>
        </p:txBody>
      </p:sp>
      <p:pic>
        <p:nvPicPr>
          <p:cNvPr id="3" name="Picture 2" descr="03-access-blocked-this-app-s-request-is-invalid.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Access blocked: This app's request is invalid You can't sign in because this app sent an invalid request. You can try again later, or contact the developer about this issue. Learn more about this error If you are a developer of this app, se</a:t>
            </a:r>
          </a:p>
          <a:p>
            <a:pPr>
              <a:defRPr sz="900">
                <a:solidFill>
                  <a:srgbClr val="F97316"/>
                </a:solidFill>
              </a:defRPr>
            </a:pPr>
            <a:r>
              <a:t>https://accounts.google.com/signin/oauth/error?authError=ChVyZWRpcmVjdF91cmlfbWlzbWF0Y2gSsAEKWW91IGNhbid0IHNpZ24gaW4gdG8gdGhpcyBhcHAgYmVjYXVzZSBpdCBkb2Vzbid0IGNvbXBseSB3aXRoIEdvb2dsZSdzIE9BdXRoIDIuMCBwb2xpY3kuCgpJZiB5b3UncmUgdGhlIGFwcCBkZXZlbG9wZXIsIHJlZ2lzdGVyIHRoZSByZWRpcmVjdCBVUkkgaW4gdGhlIEdvb2dsZSBDbG91ZCBDb25zb2xlLgogIBptaHR0cHM6Ly9kZXZlbG9wZXJzLmdvb2dsZS5jb20vaWRlbnRpdHkvcHJvdG9jb2xzL29hdXRoMi93ZWItc2VydmVyI2F1dGhvcml6YXRpb24tZXJyb3JzLXJlZGlyZWN0LXVyaS1taXNtYXRjaCCQAypACgxyZWRpcmVjdF91cmkSMGh0dHBzOi8vZGF0YWdvdi5mYXN0c21lLmNvbS9hdXRoL2dvb2dsZS9jYWxsYmFjazKkAggBErABCllvdSBjYW4ndCBzaWduIGluIHRvIHRoaXMgYXBwIGJlY2F1c2UgaXQgZG9lc24ndCBjb21wbHkgd2l0aCBHb29nbGUncyBPQXV0aCAyLjAgcG9saWN5LgoKSWYgeW91J3JlIHRoZSBhcHAgZGV2ZWxvcGVyLCByZWdpc3RlciB0aGUgcmVkaXJlY3QgVVJJIGluIHRoZSBHb29nbGUgQ2xvdWQgQ29uc29sZS4KICAabWh0dHBzOi8vZGV2ZWxvcGVycy5nb29nbGUuY29tL2lkZW50aXR5L3Byb3RvY29scy9vYXV0aDIvd2ViLXNlcnZlciNhdXRob3JpemF0aW9uLWVycm9ycy1yZWRpcmVjdC11cmktbWlzbWF0Y2g&amp;flowName=GeneralOAuthLite&amp;client_id=887059023987-2a7spj1m82eivobdbt1itb3cqca6tpt1.apps.googleusercontent.com&amp;aes=AVQXgOChJOMZ4fjgipe8Y2K9X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Choose the operating model that fits.</a:t>
            </a:r>
          </a:p>
        </p:txBody>
      </p:sp>
      <p:pic>
        <p:nvPicPr>
          <p:cNvPr id="3" name="Picture 2" descr="04-choose-the-operating-model-that-fits.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HOW WE COMPARE Choose the operating model that fits. A source-linked comparison across open-source and commercial data catalog, governance, lineage, and quality platforms. It separates software licensing from infrastructure and implementation effort. MIT FastD</a:t>
            </a:r>
          </a:p>
          <a:p>
            <a:pPr>
              <a:defRPr sz="900">
                <a:solidFill>
                  <a:srgbClr val="F97316"/>
                </a:solidFill>
              </a:defRPr>
            </a:pPr>
            <a:r>
              <a:t>https://datagov.fastsme.com/compare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